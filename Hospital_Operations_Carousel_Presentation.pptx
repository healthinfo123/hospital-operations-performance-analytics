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Operations 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Pipeline using Python, SQL &amp; Power BI</a:t>
            </a:r>
          </a:p>
          <a:p>
            <a:r>
              <a:t>By: Siri Naredla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hospital operational data to identify bottlenecks in:</a:t>
            </a:r>
          </a:p>
          <a:p>
            <a:r>
              <a:t>- LOS</a:t>
            </a:r>
          </a:p>
          <a:p>
            <a:r>
              <a:t>- Readmissions</a:t>
            </a:r>
          </a:p>
          <a:p>
            <a:r>
              <a:t>- Documentation delays</a:t>
            </a:r>
          </a:p>
          <a:p>
            <a:r>
              <a:t>- Encounter trends</a:t>
            </a:r>
          </a:p>
          <a:p>
            <a:r>
              <a:t>Workflow: Python → SQL →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(Python – Jupyter)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cleaning &amp; standardization</a:t>
            </a:r>
          </a:p>
          <a:p>
            <a:r>
              <a:t>- Feature engineering (LOS, age groups, readmission flag)</a:t>
            </a:r>
          </a:p>
          <a:p>
            <a:r>
              <a:t>- Merging datasets</a:t>
            </a:r>
          </a:p>
          <a:p>
            <a:r>
              <a:t>- Documentation completeness score</a:t>
            </a:r>
          </a:p>
          <a:p>
            <a:r>
              <a:t>Output: Final curated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KPI validation</a:t>
            </a:r>
          </a:p>
          <a:p>
            <a:r>
              <a:t>- LOS by department</a:t>
            </a:r>
          </a:p>
          <a:p>
            <a:r>
              <a:t>- Readmission rate</a:t>
            </a:r>
          </a:p>
          <a:p>
            <a:r>
              <a:t>- Documentation completeness</a:t>
            </a:r>
          </a:p>
          <a:p>
            <a:r>
              <a:t>- Diagnosis &amp; encounter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Average LOS</a:t>
            </a:r>
          </a:p>
          <a:p>
            <a:r>
              <a:t>- Readmission Rate</a:t>
            </a:r>
          </a:p>
          <a:p>
            <a:r>
              <a:t>- Documentation Completeness</a:t>
            </a:r>
          </a:p>
          <a:p>
            <a:r>
              <a:t>- Discharge Summary Delay Hours</a:t>
            </a:r>
          </a:p>
          <a:p>
            <a:r>
              <a:t>- Total Encounters</a:t>
            </a:r>
          </a:p>
          <a:p>
            <a:r>
              <a:t>- Medication Burden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Length of Stay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Surgery &amp; ED highest LOS</a:t>
            </a:r>
          </a:p>
          <a:p>
            <a:r>
              <a:t>- Oncology consistently above average</a:t>
            </a:r>
          </a:p>
          <a:p>
            <a:r>
              <a:t>- LOS peaks during high encounter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Readmissions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Highest in ED &amp; Pulmonology</a:t>
            </a:r>
          </a:p>
          <a:p>
            <a:r>
              <a:t>- Linked to chronic conditions (E11, J45, I10)</a:t>
            </a:r>
          </a:p>
          <a:p>
            <a:r>
              <a:t>- Poor discharge documentation increases readmissions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Completeness only 35%</a:t>
            </a:r>
          </a:p>
          <a:p>
            <a:r>
              <a:t>- Summary delays &gt;10,000 hrs</a:t>
            </a:r>
          </a:p>
          <a:p>
            <a:r>
              <a:t>- Missing notes impact LOS &amp; billing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discharge workflows</a:t>
            </a:r>
          </a:p>
          <a:p>
            <a:r>
              <a:t>- Mandatory progress note reminders</a:t>
            </a:r>
          </a:p>
          <a:p>
            <a:r>
              <a:t>- Add documentation support staff</a:t>
            </a:r>
          </a:p>
          <a:p>
            <a:r>
              <a:t>- Strengthen chronic care follow-up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SQL, Power BI</a:t>
            </a:r>
          </a:p>
          <a:p>
            <a:r>
              <a:t>Pandas, NumPy, Matplotlib</a:t>
            </a:r>
          </a:p>
          <a:p>
            <a:r>
              <a:t>ICD-10 &amp; clinical workflow understanding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Full Project → GitHub Repo</a:t>
            </a:r>
          </a:p>
          <a:p>
            <a:r>
              <a:t>Open to Healthcare Data Analyst roles.</a:t>
            </a:r>
          </a:p>
          <a:p>
            <a:r>
              <a:t>Let's connect!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